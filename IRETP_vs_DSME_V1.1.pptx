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66735"/>
          </a:solidFill>
          <a:ln w="12700">
            <a:solidFill>
              <a:srgbClr val="0667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008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IRETP — Our Working System  vs  DSME V1.1 Proposal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86800" y="16459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 Land Department  ·  DLD-IRETP-2026-001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5422392" cy="502920"/>
          </a:xfrm>
          <a:prstGeom prst="roundRect">
            <a:avLst>
              <a:gd name="adj" fmla="val 14545"/>
            </a:avLst>
          </a:prstGeom>
          <a:solidFill>
            <a:srgbClr val="044A26"/>
          </a:solidFill>
          <a:ln w="12700">
            <a:solidFill>
              <a:srgbClr val="044A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60120"/>
            <a:ext cx="5056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IRETP  </a:t>
            </a:r>
            <a:pPr indent="0" marL="0">
              <a:buNone/>
            </a:pPr>
            <a:r>
              <a:rPr lang="en-US" sz="13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working prototype, .NET 9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55080" y="960120"/>
            <a:ext cx="5422392" cy="502920"/>
          </a:xfrm>
          <a:prstGeom prst="roundRect">
            <a:avLst>
              <a:gd name="adj" fmla="val 14545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960120"/>
            <a:ext cx="5056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DSME PROPOSAL V1.1  </a:t>
            </a:r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16-week implementation plan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1609344"/>
            <a:ext cx="1147572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627632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91640" y="1627632"/>
            <a:ext cx="39593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&amp; runs today. 0 warnings / 0 errors, 88/88 xUnit tests passing. Every RFP audit item closed.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355080" y="1627632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635240" y="1627632"/>
            <a:ext cx="39593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proposal. 4-phase delivery (Foundation → Data Platform → AI &amp; Governance → UAT) over 16 weeks.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176272"/>
            <a:ext cx="113842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194560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backbone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91640" y="2194560"/>
            <a:ext cx="39593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+ EF Core + Hangfire. KPI 15-min cache, append-only audit log enforced at DbContext, prod migrations on startup.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55080" y="2194560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backbone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635240" y="2194560"/>
            <a:ext cx="39593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/ OneLake medallion (Bronze-Silver-Gold) with semantic models — assumes &amp; extends DLD's existing Fabric tenant.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2743200"/>
            <a:ext cx="113842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743200"/>
            <a:ext cx="1147572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761488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91640" y="2761488"/>
            <a:ext cx="39593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Blazor Server, C# end-to-end. Bilingual EN/AR + RTL. Corporate-blue design system already re-skinned to DLD green, 29 pages retrofitted.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55080" y="2761488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635240" y="2761488"/>
            <a:ext cx="39593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 custom visualization layer (Power BI Embedded ruled out for cost/scale).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3310128"/>
            <a:ext cx="113842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328416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691640" y="3328416"/>
            <a:ext cx="39593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MapLibre live: 4 heatmap modes (volume / price-psf / yield / ESG) + 183 individual project pins, click-to-popup.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55080" y="3328416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635240" y="3328416"/>
            <a:ext cx="39593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ArcGIS OR open-source GIS — "final selection will align with DLD strategic preferences" (deferred).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3877056"/>
            <a:ext cx="113842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3877056"/>
            <a:ext cx="1147572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895344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691640" y="3895344"/>
            <a:ext cx="39593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tier routing, RAG + deterministic stats (z-score, Pearson, trend), 14-question accuracy harness, regex+keyword advisory guardrail, PDPL-gated cross-session memory, EN/AR citation chips.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55080" y="3895344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635240" y="3895344"/>
            <a:ext cx="39593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orchestration + RAG + guardrails described at architectural level; build, evaluation harness &amp; memory model TBD.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11480" y="4443984"/>
            <a:ext cx="113842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4462272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EWRS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691640" y="4462272"/>
            <a:ext cx="39593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10-indicator engine + 4-level auto-escalation on Hangfire, SLA tracking, threshold audit trail, central immutable audit row.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55080" y="4462272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EWRS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635240" y="4462272"/>
            <a:ext cx="39593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Early-Warning Risk System listed as Phase-3 deliverable; multi-level alerting design only.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11480" y="5010912"/>
            <a:ext cx="113842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65760" y="5010912"/>
            <a:ext cx="11475720" cy="56692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5029200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691640" y="5029200"/>
            <a:ext cx="39593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(TOTP), RBAC policy registry, HMAC unsubscribe + RFC 8058 List-Unsubscribe header, /healthz/sla SLO probe, Bicep IaC, OWASP ZAP + vuln scan + Bicep lint in CI.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355080" y="5029200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635240" y="5029200"/>
            <a:ext cx="39593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 ISR v3 alignment roadmap, 24×7 SOC, independent VAPT, ISO 27001 trajectory — operational/contractual.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11480" y="5577840"/>
            <a:ext cx="113842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5596128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 &amp; cost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691640" y="5596128"/>
            <a:ext cx="39593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Fabric/Power BI licensing dependency. Source ready for handover.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355080" y="5596128"/>
            <a:ext cx="12801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 &amp; cost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635240" y="5596128"/>
            <a:ext cx="39593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to Microsoft Fabric ecosystem; warranty + hypercare + 500-person SI overhead.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11480" y="6300216"/>
            <a:ext cx="11384280" cy="457200"/>
          </a:xfrm>
          <a:prstGeom prst="roundRect">
            <a:avLst>
              <a:gd name="adj" fmla="val 16000"/>
            </a:avLst>
          </a:prstGeom>
          <a:solidFill>
            <a:srgbClr val="066735"/>
          </a:solidFill>
          <a:ln w="12700">
            <a:solidFill>
              <a:srgbClr val="06673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4360" y="6300216"/>
            <a:ext cx="11018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IRETP already satisfies the DLD-IRETP-2026-001 audit — built, tested, branded.  DSME V1.1 is a 16-week design intent yet to be implemented.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2026-05-16T15:05:16Z</dcterms:created>
  <dcterms:modified xsi:type="dcterms:W3CDTF">2026-05-16T15:05:16Z</dcterms:modified>
</cp:coreProperties>
</file>